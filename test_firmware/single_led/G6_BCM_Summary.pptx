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G6 20×20 LED Panel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Grayscale Characterization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RP2354 MCU (150 MHz)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92608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PIO-driven BCM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92608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Zero-jitter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Reiser Lab —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Zero-Jitter BCM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789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 µs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640k measurements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13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9.5 µs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µs margin in 15 µs window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47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Hz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kHz trigger / 20 rows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BCM: 16 intensity levels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drives 20 columns simultaneously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manages rows via gpio_set_mask64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row per 8 kHz trigger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0.5 µs base time (configurable)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Zero-Jitter Recipe (all required)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2918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__not_in_flash_func + noinline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noInterrupts() during burst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multicore_lockout (Core 1 paused)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100-trigger warm-up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 Trigger &amp; Optical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Saleae Pulse-Triggered Average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pulses averaged at 50 MHz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BCM bit-planes clearly resolved: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B0 = 0.5 µs  (weight 1)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B1 = 1.0 µs  (weight 2)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B2 = 2.0 µs  (weight 4)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B3 = 4.0 µs  (weight 8)
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 µs PIO overhead gaps visible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each bit-plane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Trigger (GP45)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8 kHz waveform generator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BCMBURST 10k: </a:t>
            </a:r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µs jitter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edge detection (polling)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Per-burst noInterrupts()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Spectrometer + Linearity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8803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Insight Flame X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peak: 570.8 nm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Integration-based averaging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BCMWEIGHTS: 6.67 ns resolution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per-channel linearization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1783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Linearity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Spectrometer sweep: 16 BCM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 integration, full spectrum per 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 OFF gaps for clean segmentation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 values for optimal linearity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1783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BCMWEIGHTS: custom bit-plane durations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6.67 ns resolution (1 CPU cycle)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LED response → correction LUT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Non-power-of-2 weights (e.g. 1.2, 2.2, 4.1, 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80360"/>
            <a:ext cx="54864" cy="17830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53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Redesign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add EINT trace to GP45 (minimal)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C: SPI1 on GP44-47, contiguous rows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UCC27517 drivers (symmetric, both sides)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GP45-47 for trigger + sync outputs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880360"/>
            <a:ext cx="54864" cy="17830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953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pattern loading via SPI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double-buffering at 400 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 lockout (USB debug only)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wait-pin for hardware trigger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BCM Waveform — Pulse-Triggered Average</a:t>
            </a:r>
            <a:endParaRPr lang="en-US" sz="2800" dirty="0"/>
          </a:p>
        </p:txBody>
      </p:sp>
      <p:pic>
        <p:nvPicPr>
          <p:cNvPr id="4" name="Image 0" descr="bcm_pulse_a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4864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9144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0" y="13258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pulses averaged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MHz analog capture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bit-planes resolved: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B0: 0.5 µs (1T)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B1: 1.0 µs (2T)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B2: 2.0 µs (4T)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B3: 4.0 µs (8T)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 µs gaps between
bit-planes (PIO overhead)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µs trigger latency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(GPIO polling + driver)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signal (Saleae Logic Pro 8 analog input)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BCM Burst Timing Budget (4-bit, 8 kHz)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188720"/>
                <a:gridCol w="137160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(µs)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Burst (µs)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Jitter (µs)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Outliers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Fits 15 µs?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5.727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/ 160k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9.3 µs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9.460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/ 160k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5.5 µs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13.227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/ 160k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 (barely)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 µs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16.960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/ 160k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-2.0 µs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719072"/>
            <a:ext cx="8046720" cy="347472"/>
          </a:xfrm>
          <a:prstGeom prst="rect">
            <a:avLst/>
          </a:prstGeom>
          <a:solidFill>
            <a:srgbClr val="3FB950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719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 = 0.50 µs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kHz Trigger Period (125 µs)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566160"/>
            <a:ext cx="611551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566160"/>
            <a:ext cx="6115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µs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51631" y="3566160"/>
            <a:ext cx="72522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Idle: 115.5 µs — SPI, precompute, interrupts OK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640,000 measurements (4 T values × 16 intensities × 10,000 frames) — zero jitter, zero outliers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G6 20x20 LED Panel - BCM Timing Characterization</dc:title>
  <dc:subject>PptxGenJS Presentation</dc:subject>
  <dc:creator>Reiser Lab</dc:creator>
  <cp:lastModifiedBy>Reiser Lab</cp:lastModifiedBy>
  <cp:revision>1</cp:revision>
  <dcterms:created xsi:type="dcterms:W3CDTF">2026-03-26T01:16:35Z</dcterms:created>
  <dcterms:modified xsi:type="dcterms:W3CDTF">2026-03-26T01:16:35Z</dcterms:modified>
</cp:coreProperties>
</file>