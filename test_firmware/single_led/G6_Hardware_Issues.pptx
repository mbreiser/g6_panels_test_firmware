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Flipped LED Polarity — Janelia Batch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iorodeo panels: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HIGH + Row LOW = ON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Janelia batch: </a:t>
            </a:r>
            <a:pPr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LOW + Row HIGH = ON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Anode/cathode are swapped → current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in the opposite direction through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matrix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UCC27517 Driver Impedance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Push-pull output: can source AND sink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R_OH (source) ≠ R_OL (sink)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slight asymmetry in drive strength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drivers total (20 col + 20 row)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symmetric placement — neither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is disadvantaged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32104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— one XOR per column word + row sense flip. Already implemented.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droop: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row carries 20× single-LED current. With reversed polarity, row pin SOURCES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sinks in normal). UCC27517 R_OH may be slightly higher than R_OL → marginally more droop.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 expected to be small given UCC27517's low output impedance (~1Ω typ).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 EINT to MCU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 on headers J3-1 and J5-1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routed to any MCU GPIO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GP45, GP46, GP47 are unconnected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One PCB Trace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EINT header → GP45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rerouting of existing signals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out GP46-47 to test points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controller: zero changes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321040" cy="2103120"/>
          </a:xfrm>
          <a:prstGeom prst="roundRect">
            <a:avLst>
              <a:gd name="adj" fmla="val 43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Enables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GP45 — EINT (external trigger input)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2P microscope sync: 8 kHz trigger from scan mirror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tested with bodge wire: zero jitter confirmed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GP46 — Sync output (burst active)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during ~10 µs scan burst → oscilloscope/Saleae timing verification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GP47 — Frame-sync / spare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Pulse per frame (400 Hz) or general debug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Board Size — 45.0 × 45.0 mm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KiCad PCB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Edge.Cuts: (50,50) → (95,95)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 45.0 mm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45.0 mm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outline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RP2354 MCU (RP2350 + 8MB PSRAM)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40× UCC27517 gate drivers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passive LED matrix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+ EINT headers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2MB flash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 GPIO for PIO — Contiguous Rows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Layout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GP1-20   Columns (contiguous) ✓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GP21-31  Rows lower (11 pins)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GP32-35  SPI0 ← GAP!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GP36-44  Rows upper (9 pins)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GP45-47  Unconnected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SPI pins break row range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Cannot use PIO for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(Option C)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GP1-20   Columns  → PIO0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GP21-40  Rows     → PIO1 ✓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GP41     EINT trigger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GP42-43  Sync + spare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GP44-47  SPI1 (hardware)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Both ranges contiguous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Enables fully autonomous PIO scan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321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Contiguous Rows Enable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PIO1 out pins, 20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rows — entire scan burst can be PIO-only (zero CPU in loop)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PIO1 wait pin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GP41 — hardware trigger with zero CPU latency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funcsel conflicts — SPI1 (GP44-47) completely outside PIO row range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spi_init(spi0,...) → spi_init(spi1,...) + update pin constants. One-line change.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G6 Panel Hardware — Issues &amp; Next Steps</dc:title>
  <dc:subject>PptxGenJS Presentation</dc:subject>
  <dc:creator>Reiser Lab</dc:creator>
  <cp:lastModifiedBy>Reiser Lab</cp:lastModifiedBy>
  <cp:revision>1</cp:revision>
  <dcterms:created xsi:type="dcterms:W3CDTF">2026-03-27T11:40:50Z</dcterms:created>
  <dcterms:modified xsi:type="dcterms:W3CDTF">2026-03-27T11:40:50Z</dcterms:modified>
</cp:coreProperties>
</file>