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G6 20×20 LED Panel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Characterization &amp; BCM Grayscale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Zero-jitter BCM scanning for 2-photon microscope synchronization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A20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 µs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3291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A205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9.5 µs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3291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A205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levels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3291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A205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Hz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4088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Reiser Lab — RP2354 MCU, PIO-driven BCM, External 8 kHz Trigger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Zero-Jitter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achieve deterministic LED timing for 2P microscope sync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41B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kHz Trigger Cycle (125 µs)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EDGE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GPIO (GP45)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noInterrupts()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BCM BURST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µs — 4 bit-planes via PIO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interrupts()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 WINDOW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µs — SPI, precompute, etc.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Zero-Jitter Recipe (all required)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87452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__not_in_flash_func + noinline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timing code in SRAM — prevents XIP cache jitter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65176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noInterrupts() per burst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Core 0 interrupts during ~10 µs scan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42900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 multicore lockout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USB stack — eliminates bus contention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420624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100-trigger warm-up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CPU pipeline before measurement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18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0.000 µs jitter across 640,000 measurements — confirmed with real external trigger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PIO-Driven BCM Scanning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Hardware-timed column patterns via RP2350 Programmable I/O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01368"/>
            <a:ext cx="256032" cy="25603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arrives (GP45)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8 kHz pulse from microscope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39696"/>
            <a:ext cx="256032" cy="25603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activates row GPIO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gpio_set_mask64() — one of 20 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78024"/>
            <a:ext cx="256032" cy="25603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4597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drives 4 bit-planes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4597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pins, 20 sets all columns in 1 cycle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798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B0: 0.5 µs  (weight 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1363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B1: 1.0 µs  (weight 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474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B2: 2.0 µs  (weight 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813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B3: 4.0 µs  (weight 8)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256032" cy="25603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1513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deactivates row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4151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burst: 9.5 µs — fits 15 µs budget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07992"/>
            <a:ext cx="256032" cy="25603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507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489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Idle: 115 µs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44897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frame loading, precompute, USB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Saleae Optical Validation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632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pulses averaged at 50 MHz — BCM bit-plane structure confirmed</a:t>
            </a:r>
            <a:endParaRPr lang="en-US" sz="11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103120"/>
            <a:ext cx="4023360" cy="20116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3035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  B1   B2      B3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0" y="4343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9.5 µs burst →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18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out pins, 20 drives all columns in 1 clock cycle (6.67 ns) — CPU only manages row switching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BCM Burst Timing — All Configurations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BCM, 16 intensities × 4 base times × 10,000 frames at 8 kHz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37160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T (µs)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(µs)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Jitter (µs)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15 µs?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160k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7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 µs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7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160k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7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µs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160k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A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µs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160k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 µs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749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Recommended: T = 0.50 µs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16 intensity levels • 9.5 µs burst • 5.5 µs margin • 400 Hz frame rate • Zero jitter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677AA"/>
                </a:solidFill>
              </a:rPr>
              <a:t>Custom bit-plane weights (BCMWEIGHTS) available for linearity calibration — 6.67 ns resolution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External Validation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Real Hardware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8 kHz trigger (waveform generator → GP45)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38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jitter with real trigger: 0.000 µs / 10k frames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225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 bit-plane structure (1:2:4:8) resolved on Saleae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066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intensity levels visually 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Saleae Logic Pro 8 automation via Python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Pulse-triggered averaging (499 pulses, 50 MHz analog)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55448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A2050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Spectrometer linearity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Optics with integration averaging — sweep T × intensity for calibration LUT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A205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pin probing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GP1 on Saleae to measure true trigger-to-LED latency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10896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A205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redesign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EINT to GP45, add sync/debug pins (GP46-47)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88620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A205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frame loading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controller sends pixel data via hardware SPI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Production-ready: 4-bit BCM, T=0.5µs, zero jitter, 400 Hz, fits 15 µs budget with 5.5 µs margin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G6 LED Panel — Timing Characterization Summary</dc:title>
  <dc:subject>PptxGenJS Presentation</dc:subject>
  <dc:creator>Reiser Lab</dc:creator>
  <cp:lastModifiedBy>Reiser Lab</cp:lastModifiedBy>
  <cp:revision>1</cp:revision>
  <dcterms:created xsi:type="dcterms:W3CDTF">2026-03-24T16:02:00Z</dcterms:created>
  <dcterms:modified xsi:type="dcterms:W3CDTF">2026-03-24T16:02:00Z</dcterms:modified>
</cp:coreProperties>
</file>