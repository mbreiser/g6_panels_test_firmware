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G6 20×20 LED Panel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Characterization &amp; BCM Grayscale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Zero-jitter BCM scanning for 2-photon microscope synchronization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205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 µs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34640" y="32918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205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 µs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3464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2918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205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3776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levels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40880" y="32918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2050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Hz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4088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Reiser Lab — RP2354 MCU, PIO-driven BCM, External 8 kHz Trigger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Zero-Jitter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achieve deterministic LED timing for 2P microscope sync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141B3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kHz Trigger Cycle (125 µs)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 EDGE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GPIO (GP45)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noInterrupts()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BCM BURST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µs — 4 bit-planes via PIO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interrupts()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5176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 WINDOW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4023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µs — SPI, precompute, etc.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Zero-Jitter Recipe (all required)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6320" y="1874520"/>
            <a:ext cx="320040" cy="32004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828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__not_in_flash_func + noinline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03520" y="2148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timing code in SRAM — prevents XIP cache jitter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651760"/>
            <a:ext cx="320040" cy="32004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0352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noInterrupts() per burst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0" y="2926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Core 0 interrupts during ~10 µs scan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3429000"/>
            <a:ext cx="320040" cy="32004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3429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3383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1 multicore lockout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USB stack — eliminates bus contention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4206240"/>
            <a:ext cx="320040" cy="32004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03520" y="4160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100-trigger warm-up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03520" y="4480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Stabilize CPU pipeline before measurement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18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0.000 µs jitter across 640,000 measurements — confirmed with real external trigger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BCM Burst Timing — All Configurations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BCM, 16 intensities × 4 base times × 10,000 frames at 8 kHz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37160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T (µs)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 (µs)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Jitter (µs)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15 µs?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160k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7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µs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7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160k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77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µs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160k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A7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µs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160k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44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 µs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657600"/>
            <a:ext cx="8046720" cy="1097280"/>
          </a:xfrm>
          <a:prstGeom prst="roundRect">
            <a:avLst>
              <a:gd name="adj" fmla="val 8333"/>
            </a:avLst>
          </a:prstGeom>
          <a:solidFill>
            <a:srgbClr val="F0F7FF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37490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Recommended: T = 0.50 µs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>16 intensity levels • 9.5 µs burst • 5.5 µs margin • 400 Hz frame rate • Zero jitter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77AA"/>
                </a:solidFill>
              </a:rPr>
              <a:t>Custom bit-plane weights (BCMWEIGHTS) available for linearity calibration — 6.67 ns resolution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C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External Validation &amp; Next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Real Hardware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8 kHz trigger (waveform generator → GP45)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jitter with real trigger: 0.000 µs / 10k frames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22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BCM bit-plane structure (1:2:4:8) resolved on Saleae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066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intensity levels visually confirmed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0906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Saleae Logic Pro 8 automation via Python API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Pulse-triggered averaging (499 pulses, 50 MHz analog)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37760" y="1554480"/>
            <a:ext cx="3840480" cy="685800"/>
          </a:xfrm>
          <a:prstGeom prst="roundRect">
            <a:avLst>
              <a:gd name="adj" fmla="val 10667"/>
            </a:avLst>
          </a:prstGeom>
          <a:solidFill>
            <a:srgbClr val="1A205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600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linearity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Optics with integration averaging — sweep T × intensity for calibration LUT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2331720"/>
            <a:ext cx="3840480" cy="685800"/>
          </a:xfrm>
          <a:prstGeom prst="roundRect">
            <a:avLst>
              <a:gd name="adj" fmla="val 10667"/>
            </a:avLst>
          </a:prstGeom>
          <a:solidFill>
            <a:srgbClr val="1A205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377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pin probing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20640" y="2651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GP1 on Saleae to measure true trigger-to-LED latency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3108960"/>
            <a:ext cx="3840480" cy="685800"/>
          </a:xfrm>
          <a:prstGeom prst="roundRect">
            <a:avLst>
              <a:gd name="adj" fmla="val 10667"/>
            </a:avLst>
          </a:prstGeom>
          <a:solidFill>
            <a:srgbClr val="1A2050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redesign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20640" y="3429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EINT to GP45, add sync/debug pins (GP46-47)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3886200"/>
            <a:ext cx="3840480" cy="685800"/>
          </a:xfrm>
          <a:prstGeom prst="roundRect">
            <a:avLst>
              <a:gd name="adj" fmla="val 10667"/>
            </a:avLst>
          </a:prstGeom>
          <a:solidFill>
            <a:srgbClr val="1A2050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frame loading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controller sends pixel data via hardware SPI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663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Production-ready: 4-bit BCM, T=0.5µs, zero jitter, 400 Hz, fits 15 µs budget with 5.5 µs margin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G6 LED Panel — Timing Characterization Summary</dc:title>
  <dc:subject>PptxGenJS Presentation</dc:subject>
  <dc:creator>Reiser Lab</dc:creator>
  <cp:lastModifiedBy>Reiser Lab</cp:lastModifiedBy>
  <cp:revision>1</cp:revision>
  <dcterms:created xsi:type="dcterms:W3CDTF">2026-03-24T15:47:07Z</dcterms:created>
  <dcterms:modified xsi:type="dcterms:W3CDTF">2026-03-24T15:47:07Z</dcterms:modified>
</cp:coreProperties>
</file>