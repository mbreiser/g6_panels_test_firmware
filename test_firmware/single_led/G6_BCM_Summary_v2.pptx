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G6 20×20 LED Panel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Grayscale &amp; Linearity Characterization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RP2354 MCU (150 MHz)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274320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PIO-driven BCM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74320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Zero-jitter architecture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03720" y="274320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Spectrometer-calibrated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Reiser Lab —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Zero-Jitter BCM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 µs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640k measurements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 µs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µs margin in 15 µs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 ÷ 20 rows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Zero-Jitter Recipe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__not_in_flash_func + noinline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noInterrupts() during burst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multicore_lockout (Core 1)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100-trigger warm-up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BCM: 16 intensity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drives 20 columns simultaneously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manages rows (gpio_set_mask64)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 per 8 kHz trigger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trigger on GP45 (zero jitter)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 Waveform — Pulse-Triggered Average</a:t>
            </a:r>
            <a:endParaRPr lang="en-US" sz="2800" dirty="0"/>
          </a:p>
        </p:txBody>
      </p:sp>
      <p:pic>
        <p:nvPicPr>
          <p:cNvPr id="4" name="Image 0" descr="bcm_pulse_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56692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82296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12344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pulses averaged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MHz analog capture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bit-planes resolved: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B0: 0.5µs  B1: 1.0µs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B2: 2.0µs  B3: 4.0µs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~0.4µs PIO overhead gaps
between bit-planes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 decreases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each successive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bit-plane — key finding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linearity calibration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297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signal via Saleae Logic Pro 8 analog input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 Linearity — Default Weights [1, 2, 4, 8]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Insight Flame X Spectrometer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peak: 570.8 nm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50ms | Window: 560-580nm (20nm)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0.7 µs | All 400 LEDs | DWT trigger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monotonic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error: 6.7%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L3 ≈ L4, L7 &gt; L8, L11 ≈ L12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Bit-plane boundaries are non-monotonic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brightness per µs decays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B0: 3163 cts/µs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B1: 2648 cts/µs (−16%)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B2: 2108 cts/µs (−33%)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B3: 2024 cts/µs (−36%)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vs Ideal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43000"/>
          <a:ext cx="3840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914400"/>
                <a:gridCol w="9144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Lv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Ideal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0.168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0.133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+6.7%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0.365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0.333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0.430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+3.0%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0.526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+5.9%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0.513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0.533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+0.7%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-3.9%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0.933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937760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Non-monotonic pairs highlighted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BCMWEIGHTS Optimization — Converged in 6 Iterations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50292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640080"/>
                <a:gridCol w="640080"/>
                <a:gridCol w="731520"/>
                <a:gridCol w="64008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Mono?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 Err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8.69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8.69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292608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2344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B2 and B3 needed
adjustment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B0, B1 unchanged at 1, 2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B2: 4.00 → 5.02 (+26%)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B3: 8.00 → 10.19 (+27%)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Compensates for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brightness-per-µs decay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longer bit-planes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  <a:gridCol w="475488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Level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Before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monotonic, 6.7% error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0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MONOTONIC, 2.5% error ✓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Timing Budget — Production Configuration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1645920"/>
                <a:gridCol w="1005840"/>
                <a:gridCol w="914400"/>
                <a:gridCol w="109728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(µs)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Weights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Burst (µs)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Monotonic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1, 2, 4, 8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5.5 µs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1, 2, 4, 8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2.9 µs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Optimized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1, 2, 5.0, 10.2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 µs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1, 2, 4, 8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−2.0 µs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T=0.7µs + optimized weights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*T=0.5 linearity not yet measured with spectrometer (too dim for full-panel test)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 Trigger Period (125 µs)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657600"/>
            <a:ext cx="817547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657600"/>
            <a:ext cx="8175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12.7µs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57627" y="3657600"/>
            <a:ext cx="7046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Idle: 112.3 µs — SPI, precompute, interrupts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1783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Bit-Plane Order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0700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BCMORDER REVERSE: scan B3→B0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if longest-first improves linearity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spectrometer + photodiode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eliminate need for weight calibration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54864" cy="1783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LED vs Full Row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20700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1 LED → 5 → 10 → 20 → 400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current-sharing / voltage-drop effects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explain brightness-per-µs decay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LED on row 7 (nearest to fiber)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88920"/>
            <a:ext cx="54864" cy="17830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17296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add EINT trace to GP45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SPI1 on GP44-47, contiguous rows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UCC27517 drivers symmetric (both sides)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 + sync output pins on next revision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788920"/>
            <a:ext cx="54864" cy="1783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17296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pattern loading via SPI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double-buffering at 400 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BCMWEIGHTS calibration per panel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wait-pin for hardware trigger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G6 20x20 LED Panel - BCM Timing &amp; Linearity</dc:title>
  <dc:subject>PptxGenJS Presentation</dc:subject>
  <dc:creator>Reiser Lab</dc:creator>
  <cp:lastModifiedBy>Reiser Lab</cp:lastModifiedBy>
  <cp:revision>1</cp:revision>
  <dcterms:created xsi:type="dcterms:W3CDTF">2026-03-26T20:24:07Z</dcterms:created>
  <dcterms:modified xsi:type="dcterms:W3CDTF">2026-03-26T20:24:07Z</dcterms:modified>
</cp:coreProperties>
</file>