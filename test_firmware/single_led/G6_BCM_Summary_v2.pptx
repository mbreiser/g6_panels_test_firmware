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G6 20×20 LED Panel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Grayscale &amp; Linearity Characterization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RP2354 MCU (150 MHz)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88920" y="274320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PIO-driven BCM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274320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Zero-jitter architecture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03720" y="274320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0372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Spectrometer-calibrated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Reiser Lab —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Zero-Jitter BCM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3840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60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 µs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7744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640k measurements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840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 µs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time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 µs margin in 15 µs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3375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Hz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152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7744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÷ 20 rows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914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Zero-Jitter Recipe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54880" y="12801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__not_in_flash_func + noinline</a:t>
            </a:r>
            <a:endParaRPr lang="en-US" sz="1200" dirty="0"/>
          </a:p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noInterrupts() during burst</a:t>
            </a:r>
            <a:endParaRPr lang="en-US" sz="1200" dirty="0"/>
          </a:p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multicore_lockout (Core 1)</a:t>
            </a:r>
            <a:endParaRPr lang="en-US" sz="1200" dirty="0"/>
          </a:p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100-trigger warm-up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651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301752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BCM: 16 intensity levels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 drives 20 columns simultaneously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manages rows (gpio_set_mask64)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row per 8 kHz trigger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trigger on GP45 (zero jitter)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BCM Waveform — Pulse-Triggered Average</a:t>
            </a:r>
            <a:endParaRPr lang="en-US" sz="2800" dirty="0"/>
          </a:p>
        </p:txBody>
      </p:sp>
      <p:pic>
        <p:nvPicPr>
          <p:cNvPr id="4" name="Image 0" descr="bcm_pulse_a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22960"/>
            <a:ext cx="566928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82296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0" y="914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0" y="123444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499 pulses averaged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MHz analog capture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bit-planes resolved: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B0: 0.5µs  B1: 1.0µs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B2: 2.0µs  B3: 4.0µs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~0.4µs PIO overhead gaps
between bit-planes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amplitude decreases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successive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bit-plane — key finding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linearity calibration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65760" y="4297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Photodiode signal via Saleae Logic Pro 8 analog input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Spectra — 16 BCM Intensity Levels</a:t>
            </a:r>
            <a:endParaRPr lang="en-US" sz="2800" dirty="0"/>
          </a:p>
        </p:txBody>
      </p:sp>
      <p:pic>
        <p:nvPicPr>
          <p:cNvPr id="4" name="Image 0" descr="slide_plots/spectra_16lev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94360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0" y="731520"/>
            <a:ext cx="2468880" cy="301752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0" y="86868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Insight Flame X
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570.8 nm peak
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50ms integration
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560-580nm window (20nm)
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0.7 µs
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400 LEDs active
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grows linearly
with BCM level (0→15)
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captured at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of each 3s hold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384048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time trace (16 levels × 3s + 1s OFF gaps)</a:t>
            </a:r>
            <a:endParaRPr lang="en-US" sz="900" dirty="0"/>
          </a:p>
        </p:txBody>
      </p:sp>
      <p:pic>
        <p:nvPicPr>
          <p:cNvPr id="8" name="Image 1" descr="slide_plots/time_tr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977640"/>
            <a:ext cx="859536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BCM Linearity — Default Weights [1, 2, 4, 8]</a:t>
            </a:r>
            <a:endParaRPr lang="en-US" sz="2800" dirty="0"/>
          </a:p>
        </p:txBody>
      </p:sp>
      <p:pic>
        <p:nvPicPr>
          <p:cNvPr id="4" name="Image 0" descr="slide_plots/linearity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4754880" cy="3566160"/>
          </a:xfrm>
          <a:prstGeom prst="rect">
            <a:avLst/>
          </a:prstGeom>
        </p:spPr>
      </p:pic>
      <p:pic>
        <p:nvPicPr>
          <p:cNvPr id="5" name="Image 1" descr="slide_plots/bitplane_brigh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31520"/>
            <a:ext cx="3840480" cy="301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0" y="3840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Non-monotonic at bit-plane boundaries: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(B0+B1) ≈ L4 (B2)  |  L7 (B0+B1+B2) &gt; L8 (B3)  |  L11 ≈ L12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274320" y="443484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bit-planes produce less light per µs — 56% drop from B0 to B3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BCMWEIGHTS Optimization — Converged in 6 Iterations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22960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40080"/>
                <a:gridCol w="640080"/>
                <a:gridCol w="640080"/>
                <a:gridCol w="731520"/>
                <a:gridCol w="64008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Mono?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 Err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10.19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slide_plots/linearity_optim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731520"/>
            <a:ext cx="365760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→ After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  <a:gridCol w="475488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Level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Before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-4%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After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4617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monotonic, 6.7% error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4572000" y="4617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MONOTONIC, 2.5% error ✓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Timing Budget — Production Configuration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22960"/>
          <a:ext cx="8046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1645920"/>
                <a:gridCol w="1005840"/>
                <a:gridCol w="914400"/>
                <a:gridCol w="1097280"/>
                <a:gridCol w="8229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Config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(µs)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Weights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Burst (µs)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Monotonic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1, 2, 4, 8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9.46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 µs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1, 2, 4, 8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2.9 µs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Optimized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1, 2, 5.0, 10.2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2.3 µs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1, 2, 4, 8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16.96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−2.0 µs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T=0.7µs + optimized weights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*T=0.5 linearity not yet measured with spectrometer (too dim for full-panel test)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Trigger Period (125 µs)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804672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817547" cy="457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3657600"/>
            <a:ext cx="8175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12.7µs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457627" y="3657600"/>
            <a:ext cx="70462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Idle: 112.3 µs — SPI, precompute, interrupts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822960"/>
            <a:ext cx="54864" cy="17830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896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Bit-Plane Order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207008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BCMORDER REVERSE: scan B3→B0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if longest-first improves linearity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spectrometer + photodiode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eliminate need for weight calibration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82296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822960"/>
            <a:ext cx="54864" cy="17830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896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LED vs Full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207008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1 LED → 5 → 10 → 20 → 400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current-sharing / voltage-drop effects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explain brightness-per-µs decay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LED on row 7 (nearest to fiber)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88920"/>
            <a:ext cx="54864" cy="178308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62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Redesign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172968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B: add EINT trace to GP45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C: SPI1 on GP44-47, contiguous rows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UCC27517 drivers symmetric (both sides)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 + sync output pins on next revision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78892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88920"/>
            <a:ext cx="54864" cy="1783080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862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83480" y="3172968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Per-pixel pattern loading via SPI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double-buffering at 400 Hz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BCMWEIGHTS calibration per panel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 wait-pin for hardware trigger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G6 20x20 LED Panel - BCM Timing &amp; Linearity</dc:title>
  <dc:subject>PptxGenJS Presentation</dc:subject>
  <dc:creator>Reiser Lab</dc:creator>
  <cp:lastModifiedBy>Reiser Lab</cp:lastModifiedBy>
  <cp:revision>1</cp:revision>
  <dcterms:created xsi:type="dcterms:W3CDTF">2026-03-26T20:30:21Z</dcterms:created>
  <dcterms:modified xsi:type="dcterms:W3CDTF">2026-03-26T20:30:21Z</dcterms:modified>
</cp:coreProperties>
</file>