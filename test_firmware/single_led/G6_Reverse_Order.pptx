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BCM Bit-Plane Scan Order: Forward vs Reverse</a:t>
            </a:r>
            <a:endParaRPr lang="en-US" sz="2600" dirty="0"/>
          </a:p>
        </p:txBody>
      </p:sp>
      <p:pic>
        <p:nvPicPr>
          <p:cNvPr id="4" name="Image 0" descr="slide_plots/fwd_vs_rev_linear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8595360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43484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446227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0.7 µs  |  Default weights [1, 2, 4, 8]  |  All 400 LEDs  |  50 ms integration  |  Ocean Insight Flame X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Brightness Per Microsecond — Scan Order Effect</a:t>
            </a:r>
            <a:endParaRPr lang="en-US" sz="2600" dirty="0"/>
          </a:p>
        </p:txBody>
      </p:sp>
      <p:pic>
        <p:nvPicPr>
          <p:cNvPr id="4" name="Image 0" descr="slide_plots/fwd_vs_rev_bitplan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31520"/>
            <a:ext cx="4572000" cy="3291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0" y="731520"/>
            <a:ext cx="3840480" cy="1645920"/>
          </a:xfrm>
          <a:prstGeom prst="roundRect">
            <a:avLst>
              <a:gd name="adj" fmla="val 555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212080" y="8229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212080" y="109728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First-scanned bit-plane always
produces more light per µs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order (B3 first) gives
B3 the brightness boost → fixes
monotonicity without weight correction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Forward:  NOT mono, 7.7% err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Reverse:  MONOTONIC, 3.6% err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0" y="2560320"/>
            <a:ext cx="3840480" cy="1874520"/>
          </a:xfrm>
          <a:prstGeom prst="roundRect">
            <a:avLst>
              <a:gd name="adj" fmla="val 48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212080" y="26517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Caveats &amp; Open Questions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212080" y="2926080"/>
            <a:ext cx="3474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with all 400 LEDs ON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Need to test single-LED and
   partial-row patterns to confirm
   effect doesn't depend on load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dependent on LED type?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Janelia batch (reversed polarity)
   may behave differently than
   standard iorodeo panels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UCC27517 source/sink asymmetry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could interact with scan order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BCM Scan Order: Forward vs Reverse</dc:title>
  <dc:subject>PptxGenJS Presentation</dc:subject>
  <dc:creator>Reiser Lab</dc:creator>
  <cp:lastModifiedBy>Reiser Lab</cp:lastModifiedBy>
  <cp:revision>1</cp:revision>
  <dcterms:created xsi:type="dcterms:W3CDTF">2026-03-27T13:37:29Z</dcterms:created>
  <dcterms:modified xsi:type="dcterms:W3CDTF">2026-03-27T13:37:29Z</dcterms:modified>
</cp:coreProperties>
</file>